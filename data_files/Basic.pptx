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Basic 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Navigating Q&amp;A </a:t>
            </a:r>
            <a:br>
              <a:rPr lang="en-US" dirty="0"/>
            </a:br>
            <a:r>
              <a:rPr lang="en-US" dirty="0"/>
              <a:t>sessions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3282950" cy="4143375"/>
          </a:xfrm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r>
              <a:rPr lang="en-US" dirty="0"/>
              <a:t>Stay calm</a:t>
            </a:r>
          </a:p>
          <a:p>
            <a:r>
              <a:rPr lang="en-US" dirty="0"/>
              <a:t>Actively listen</a:t>
            </a:r>
          </a:p>
          <a:p>
            <a:r>
              <a:rPr lang="en-US" dirty="0"/>
              <a:t>Pause and reflect</a:t>
            </a:r>
          </a:p>
          <a:p>
            <a:r>
              <a:rPr lang="en-US" dirty="0"/>
              <a:t>Maintain eye contact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0" y="2303463"/>
            <a:ext cx="3763963" cy="4143375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endParaRPr lang="en-US" dirty="0"/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04266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33818870"/>
              </p:ext>
            </p:extLst>
          </p:nvPr>
        </p:nvGraphicFramePr>
        <p:xfrm>
          <a:off x="5087938" y="2332038"/>
          <a:ext cx="6345236" cy="387927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27408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2227408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4349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  <a:tr h="81126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56495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999503228"/>
              </p:ext>
            </p:extLst>
          </p:nvPr>
        </p:nvGraphicFramePr>
        <p:xfrm>
          <a:off x="914400" y="2316163"/>
          <a:ext cx="10510836" cy="394846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80076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 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{3B79AD68-EFAC-42D3-B857-4327BBACA9EE}TF8a9b5915-b8c7-461e-8cdd-693d48b5e32371f7b7e2_win32-4bf0b9a2ea37</Template>
  <TotalTime>0</TotalTime>
  <Words>422</Words>
  <Application>Microsoft Office PowerPoint</Application>
  <PresentationFormat>Widescreen</PresentationFormat>
  <Paragraphs>120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Sabon Next LT</vt:lpstr>
      <vt:lpstr>Custom</vt:lpstr>
      <vt:lpstr>Basic  presentation</vt:lpstr>
      <vt:lpstr>agenda</vt:lpstr>
      <vt:lpstr>The power of communication</vt:lpstr>
      <vt:lpstr>Overcoming nervousness</vt:lpstr>
      <vt:lpstr>Engaging the audience</vt:lpstr>
      <vt:lpstr>Selecting  visual aids</vt:lpstr>
      <vt:lpstr>Effective delivery techniques</vt:lpstr>
      <vt:lpstr>Navigating Q&amp;A  sessions</vt:lpstr>
      <vt:lpstr>Speaking impact</vt:lpstr>
      <vt:lpstr>Dynamic delivery</vt:lpstr>
      <vt:lpstr>Final tips &amp; takeaways</vt:lpstr>
      <vt:lpstr>Speaking engagement metrics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Shubhi Agrawal</dc:creator>
  <cp:lastModifiedBy>Shubhi Agrawal</cp:lastModifiedBy>
  <cp:revision>1</cp:revision>
  <dcterms:created xsi:type="dcterms:W3CDTF">2026-07-14T14:53:12Z</dcterms:created>
  <dcterms:modified xsi:type="dcterms:W3CDTF">2026-07-14T14:53:45Z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